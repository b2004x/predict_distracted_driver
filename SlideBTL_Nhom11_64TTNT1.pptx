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4"/>
  </p:notesMasterIdLst>
  <p:sldIdLst>
    <p:sldId id="256" r:id="rId2"/>
    <p:sldId id="259" r:id="rId3"/>
    <p:sldId id="287" r:id="rId4"/>
    <p:sldId id="284" r:id="rId5"/>
    <p:sldId id="288" r:id="rId6"/>
    <p:sldId id="313" r:id="rId7"/>
    <p:sldId id="317" r:id="rId8"/>
    <p:sldId id="285" r:id="rId9"/>
    <p:sldId id="289" r:id="rId10"/>
    <p:sldId id="307" r:id="rId11"/>
    <p:sldId id="314" r:id="rId12"/>
    <p:sldId id="286" r:id="rId13"/>
    <p:sldId id="310" r:id="rId14"/>
    <p:sldId id="315" r:id="rId15"/>
    <p:sldId id="316" r:id="rId16"/>
    <p:sldId id="320" r:id="rId17"/>
    <p:sldId id="324" r:id="rId18"/>
    <p:sldId id="322" r:id="rId19"/>
    <p:sldId id="321" r:id="rId20"/>
    <p:sldId id="323" r:id="rId21"/>
    <p:sldId id="318" r:id="rId22"/>
    <p:sldId id="319" r:id="rId23"/>
  </p:sldIdLst>
  <p:sldSz cx="9144000" cy="5143500" type="screen16x9"/>
  <p:notesSz cx="6858000" cy="9144000"/>
  <p:embeddedFontLst>
    <p:embeddedFont>
      <p:font typeface="Quicksand" panose="020B0600070205080204" charset="0"/>
      <p:regular r:id="rId25"/>
      <p:bold r:id="rId26"/>
    </p:embeddedFont>
    <p:embeddedFont>
      <p:font typeface="Mulish" panose="020B060007020508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FD481C-466C-41D3-BA36-01AD030E0A78}">
  <a:tblStyle styleId="{11FD481C-466C-41D3-BA36-01AD030E0A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1273" autoAdjust="0"/>
  </p:normalViewPr>
  <p:slideViewPr>
    <p:cSldViewPr snapToGrid="0">
      <p:cViewPr varScale="1">
        <p:scale>
          <a:sx n="89" d="100"/>
          <a:sy n="89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601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26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7989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6828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8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959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594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430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940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58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979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11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536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638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292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659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6916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139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125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60" r:id="rId5"/>
    <p:sldLayoutId id="2147483670" r:id="rId6"/>
    <p:sldLayoutId id="214748367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116277" y="1492410"/>
            <a:ext cx="6911345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Nhóm 11 </a:t>
            </a:r>
            <a:br>
              <a:rPr lang="en" sz="4000" dirty="0"/>
            </a:br>
            <a:r>
              <a:rPr lang="en-US" sz="2700" dirty="0" err="1"/>
              <a:t>Ứng</a:t>
            </a:r>
            <a:r>
              <a:rPr lang="en-US" sz="2700" dirty="0"/>
              <a:t> </a:t>
            </a:r>
            <a:r>
              <a:rPr lang="en-US" sz="2700" dirty="0" err="1"/>
              <a:t>dụng</a:t>
            </a:r>
            <a:r>
              <a:rPr lang="en-US" sz="2700" dirty="0"/>
              <a:t> </a:t>
            </a:r>
            <a:r>
              <a:rPr lang="en-US" sz="2700" dirty="0" err="1"/>
              <a:t>mô</a:t>
            </a:r>
            <a:r>
              <a:rPr lang="en-US" sz="2700" dirty="0"/>
              <a:t> </a:t>
            </a:r>
            <a:r>
              <a:rPr lang="en-US" sz="2700" dirty="0" err="1"/>
              <a:t>hình</a:t>
            </a:r>
            <a:r>
              <a:rPr lang="en-US" sz="2700" dirty="0"/>
              <a:t> </a:t>
            </a:r>
            <a:r>
              <a:rPr lang="en-US" sz="2700" dirty="0" err="1"/>
              <a:t>vào</a:t>
            </a:r>
            <a:r>
              <a:rPr lang="en-US" sz="2700" dirty="0"/>
              <a:t> </a:t>
            </a:r>
            <a:r>
              <a:rPr lang="en-US" sz="2700" dirty="0" err="1"/>
              <a:t>phát</a:t>
            </a:r>
            <a:r>
              <a:rPr lang="en-US" sz="2700" dirty="0"/>
              <a:t> </a:t>
            </a:r>
            <a:r>
              <a:rPr lang="en-US" sz="2700" dirty="0" err="1"/>
              <a:t>hiện</a:t>
            </a:r>
            <a:r>
              <a:rPr lang="en-US" sz="2700" dirty="0"/>
              <a:t> </a:t>
            </a:r>
            <a:r>
              <a:rPr lang="en-US" sz="2700" dirty="0" err="1"/>
              <a:t>hành</a:t>
            </a:r>
            <a:r>
              <a:rPr lang="en-US" sz="2700" dirty="0"/>
              <a:t> vi </a:t>
            </a:r>
            <a:r>
              <a:rPr lang="en-US" sz="2700" dirty="0" err="1"/>
              <a:t>mất</a:t>
            </a:r>
            <a:r>
              <a:rPr lang="en-US" sz="2700" dirty="0"/>
              <a:t> </a:t>
            </a:r>
            <a:r>
              <a:rPr lang="en-US" sz="2700" dirty="0" err="1"/>
              <a:t>tập</a:t>
            </a:r>
            <a:r>
              <a:rPr lang="en-US" sz="2700" dirty="0"/>
              <a:t> </a:t>
            </a:r>
            <a:r>
              <a:rPr lang="en-US" sz="2700" dirty="0" err="1"/>
              <a:t>trung</a:t>
            </a:r>
            <a:r>
              <a:rPr lang="en-US" sz="2700" dirty="0"/>
              <a:t> </a:t>
            </a:r>
            <a:r>
              <a:rPr lang="en-US" sz="2700" dirty="0" err="1"/>
              <a:t>của</a:t>
            </a:r>
            <a:r>
              <a:rPr lang="en-US" sz="2700" dirty="0"/>
              <a:t> </a:t>
            </a:r>
            <a:r>
              <a:rPr lang="en-US" sz="2700" dirty="0" err="1"/>
              <a:t>tài</a:t>
            </a:r>
            <a:r>
              <a:rPr lang="en-US" sz="2700" dirty="0"/>
              <a:t> </a:t>
            </a:r>
            <a:r>
              <a:rPr lang="en-US" sz="2700" dirty="0" err="1"/>
              <a:t>xế</a:t>
            </a:r>
            <a:r>
              <a:rPr lang="en-US" sz="2700" dirty="0"/>
              <a:t> </a:t>
            </a:r>
            <a:r>
              <a:rPr lang="en-US" sz="2700" dirty="0" err="1"/>
              <a:t>lái</a:t>
            </a:r>
            <a:r>
              <a:rPr lang="en-US" sz="2700" dirty="0"/>
              <a:t> </a:t>
            </a:r>
            <a:r>
              <a:rPr lang="en-US" sz="2700" dirty="0" err="1"/>
              <a:t>xe</a:t>
            </a:r>
            <a:endParaRPr sz="2700" dirty="0">
              <a:solidFill>
                <a:schemeClr val="dk2"/>
              </a:solidFill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370885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Giới thiệu chủ đề</a:t>
            </a:r>
            <a:endParaRPr sz="3000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pic>
        <p:nvPicPr>
          <p:cNvPr id="3" name="Picture 2" descr="Tai nạn liên hoàn giữa 3 ô tô trên quốc lộ làm một người chết | Báo Dân trí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163781"/>
            <a:ext cx="4211349" cy="280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Các yếu tố gây mất tập trung khi lái xe và cách khắc phục hiệ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50" y="1163781"/>
            <a:ext cx="3815679" cy="280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11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Dữ liệu</a:t>
            </a:r>
            <a:endParaRPr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785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67427" y="3723875"/>
            <a:ext cx="680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https://www.kaggle.com/datasets/arafatsahinafridi/multi-class-driver-behavior-image-dataset/data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55" y="619905"/>
            <a:ext cx="5699086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9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pic>
        <p:nvPicPr>
          <p:cNvPr id="5" name="Picture 4" descr="A graph of blue rectangular bar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12769"/>
            <a:ext cx="5943600" cy="35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3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pic>
        <p:nvPicPr>
          <p:cNvPr id="4" name="Picture 3" descr="A person holding a steering wheel&#10;&#10;AI-generated content may be incorrec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4437" y="900113"/>
            <a:ext cx="2519977" cy="141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person yawning while driving a car&#10;&#10;AI-generated content may be incorrect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9729" y="900113"/>
            <a:ext cx="2519977" cy="141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person in a car talking on a cell phone&#10;&#10;AI-generated content may be incorrect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4324" y="900113"/>
            <a:ext cx="2519977" cy="141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person in a car holding a phone&#10;&#10;AI-generated content may be incorrect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0575" y="2751494"/>
            <a:ext cx="2519977" cy="141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204" y="2751301"/>
            <a:ext cx="2519977" cy="14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7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353723" y="1890591"/>
            <a:ext cx="418957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/>
              <a:t>ResNet</a:t>
            </a:r>
            <a:endParaRPr sz="4000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37985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pic>
        <p:nvPicPr>
          <p:cNvPr id="4" name="Picture 3" descr="A screenshot of a computer scree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137920"/>
            <a:ext cx="5943600" cy="28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37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pic>
        <p:nvPicPr>
          <p:cNvPr id="4" name="Picture 3" descr="A graph of a number of activitie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81000"/>
            <a:ext cx="59436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0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pic>
        <p:nvPicPr>
          <p:cNvPr id="5" name="Picture 4" descr="A graph of different sizes and color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" y="1029148"/>
            <a:ext cx="8462160" cy="29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45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446000" y="1822362"/>
            <a:ext cx="43073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dirty="0" err="1"/>
              <a:t>EfficientNet</a:t>
            </a:r>
            <a:endParaRPr lang="en-US"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53769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152902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pic>
        <p:nvPicPr>
          <p:cNvPr id="4" name="Picture 3" descr="A screenshot of a computer scree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657" y="1166812"/>
            <a:ext cx="573468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43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pic>
        <p:nvPicPr>
          <p:cNvPr id="5" name="Picture 4" descr="A diagram of a graph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75" y="649941"/>
            <a:ext cx="5130649" cy="378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7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  <p:pic>
        <p:nvPicPr>
          <p:cNvPr id="5" name="Picture 4" descr="A graph of different sizes and color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5" y="931694"/>
            <a:ext cx="8454549" cy="298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6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446000" y="1822362"/>
            <a:ext cx="43073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VGG19</a:t>
            </a:r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53769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3713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333" y="633280"/>
            <a:ext cx="5295333" cy="378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79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0" y="752896"/>
            <a:ext cx="4018474" cy="36151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743" y="752896"/>
            <a:ext cx="4139182" cy="3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40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789" y="598173"/>
            <a:ext cx="5288421" cy="390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12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64" y="995531"/>
            <a:ext cx="8428672" cy="30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26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09C3C-A235-F8FC-1C02-1CDBC778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62" y="609953"/>
            <a:ext cx="6975276" cy="392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85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FCCAC-33AD-FD41-8455-C1452981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18" y="1412043"/>
            <a:ext cx="7613364" cy="23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17993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44</Words>
  <Application>Microsoft Office PowerPoint</Application>
  <PresentationFormat>On-screen Show (16:9)</PresentationFormat>
  <Paragraphs>33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Quicksand</vt:lpstr>
      <vt:lpstr>Mulish</vt:lpstr>
      <vt:lpstr>Arial</vt:lpstr>
      <vt:lpstr>Elegant Bachelor Thesis by Slidesgo</vt:lpstr>
      <vt:lpstr>Nhóm 11  Ứng dụng mô hình vào phát hiện hành vi mất tập trung của tài xế lái xe</vt:lpstr>
      <vt:lpstr>Giới thiệu chủ đề</vt:lpstr>
      <vt:lpstr>PowerPoint Presentation</vt:lpstr>
      <vt:lpstr>Dữ liệu</vt:lpstr>
      <vt:lpstr>PowerPoint Presentation</vt:lpstr>
      <vt:lpstr>PowerPoint Presentation</vt:lpstr>
      <vt:lpstr>PowerPoint Presentation</vt:lpstr>
      <vt:lpstr>ResNet</vt:lpstr>
      <vt:lpstr>PowerPoint Presentation</vt:lpstr>
      <vt:lpstr>PowerPoint Presentation</vt:lpstr>
      <vt:lpstr>PowerPoint Presentation</vt:lpstr>
      <vt:lpstr>EfficientNet</vt:lpstr>
      <vt:lpstr>PowerPoint Presentation</vt:lpstr>
      <vt:lpstr>PowerPoint Presentation</vt:lpstr>
      <vt:lpstr>PowerPoint Presentation</vt:lpstr>
      <vt:lpstr>VGG19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Nhóm 10  Dự đoán bệnh trầm cảm của sinh viên</dc:title>
  <dc:creator>Admin</dc:creator>
  <cp:lastModifiedBy>Admin</cp:lastModifiedBy>
  <cp:revision>34</cp:revision>
  <dcterms:modified xsi:type="dcterms:W3CDTF">2025-11-28T08:58:54Z</dcterms:modified>
</cp:coreProperties>
</file>